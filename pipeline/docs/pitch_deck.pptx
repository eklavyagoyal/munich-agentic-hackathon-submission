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Final phase — official per-round result (k€)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Official result (€)</c:v>
                </c:pt>
              </c:strCache>
            </c:strRef>
          </c:tx>
          <c:spPr>
            <a:solidFill>
              <a:srgbClr val="02C39A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87</c:v>
                  </c:pt>
                  <c:pt idx="1">
                    <c:v>88</c:v>
                  </c:pt>
                  <c:pt idx="2">
                    <c:v>89</c:v>
                  </c:pt>
                  <c:pt idx="3">
                    <c:v>90</c:v>
                  </c:pt>
                  <c:pt idx="4">
                    <c:v>91</c:v>
                  </c:pt>
                  <c:pt idx="5">
                    <c:v>92</c:v>
                  </c:pt>
                  <c:pt idx="6">
                    <c:v>93</c:v>
                  </c:pt>
                  <c:pt idx="7">
                    <c:v>94</c:v>
                  </c:pt>
                  <c:pt idx="8">
                    <c:v>95</c:v>
                  </c:pt>
                  <c:pt idx="9">
                    <c:v>96</c:v>
                  </c:pt>
                  <c:pt idx="10">
                    <c:v>97</c:v>
                  </c:pt>
                  <c:pt idx="11">
                    <c:v>98</c:v>
                  </c:pt>
                  <c:pt idx="12">
                    <c:v>99</c:v>
                  </c:pt>
                  <c:pt idx="13">
                    <c:v>100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17443</c:v>
                </c:pt>
                <c:pt idx="1">
                  <c:v>134439</c:v>
                </c:pt>
                <c:pt idx="2">
                  <c:v>28259</c:v>
                </c:pt>
                <c:pt idx="3">
                  <c:v>47710</c:v>
                </c:pt>
                <c:pt idx="4">
                  <c:v>7142</c:v>
                </c:pt>
                <c:pt idx="5">
                  <c:v>46477</c:v>
                </c:pt>
                <c:pt idx="6">
                  <c:v>3144</c:v>
                </c:pt>
                <c:pt idx="7">
                  <c:v>-3296</c:v>
                </c:pt>
                <c:pt idx="8">
                  <c:v>22671</c:v>
                </c:pt>
                <c:pt idx="9">
                  <c:v>64814</c:v>
                </c:pt>
                <c:pt idx="10">
                  <c:v>30804</c:v>
                </c:pt>
                <c:pt idx="11">
                  <c:v>1272</c:v>
                </c:pt>
                <c:pt idx="12">
                  <c:v>39678</c:v>
                </c:pt>
                <c:pt idx="13">
                  <c:v>134957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CADCF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CADCFC"/>
                </a:solidFill>
                <a:latin typeface="Calibri"/>
              </a:rPr>
              <a:t>Cumulative official score, games 80–100 (k€)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score (€)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80</c:v>
                  </c:pt>
                  <c:pt idx="1">
                    <c:v>81</c:v>
                  </c:pt>
                  <c:pt idx="2">
                    <c:v>82</c:v>
                  </c:pt>
                  <c:pt idx="3">
                    <c:v>83</c:v>
                  </c:pt>
                  <c:pt idx="4">
                    <c:v>84</c:v>
                  </c:pt>
                  <c:pt idx="5">
                    <c:v>85</c:v>
                  </c:pt>
                  <c:pt idx="6">
                    <c:v>86</c:v>
                  </c:pt>
                  <c:pt idx="7">
                    <c:v>87</c:v>
                  </c:pt>
                  <c:pt idx="8">
                    <c:v>88</c:v>
                  </c:pt>
                  <c:pt idx="9">
                    <c:v>89</c:v>
                  </c:pt>
                  <c:pt idx="10">
                    <c:v>90</c:v>
                  </c:pt>
                  <c:pt idx="11">
                    <c:v>91</c:v>
                  </c:pt>
                  <c:pt idx="12">
                    <c:v>92</c:v>
                  </c:pt>
                  <c:pt idx="13">
                    <c:v>93</c:v>
                  </c:pt>
                  <c:pt idx="14">
                    <c:v>94</c:v>
                  </c:pt>
                  <c:pt idx="15">
                    <c:v>95</c:v>
                  </c:pt>
                  <c:pt idx="16">
                    <c:v>96</c:v>
                  </c:pt>
                  <c:pt idx="17">
                    <c:v>97</c:v>
                  </c:pt>
                  <c:pt idx="18">
                    <c:v>98</c:v>
                  </c:pt>
                  <c:pt idx="19">
                    <c:v>99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-714389</c:v>
                </c:pt>
                <c:pt idx="1">
                  <c:v>-714389</c:v>
                </c:pt>
                <c:pt idx="2">
                  <c:v>-956327</c:v>
                </c:pt>
                <c:pt idx="3">
                  <c:v>-956821</c:v>
                </c:pt>
                <c:pt idx="4">
                  <c:v>-933577</c:v>
                </c:pt>
                <c:pt idx="5">
                  <c:v>-927817</c:v>
                </c:pt>
                <c:pt idx="6">
                  <c:v>-932348</c:v>
                </c:pt>
                <c:pt idx="7">
                  <c:v>-914905</c:v>
                </c:pt>
                <c:pt idx="8">
                  <c:v>-780466</c:v>
                </c:pt>
                <c:pt idx="9">
                  <c:v>-752208</c:v>
                </c:pt>
                <c:pt idx="10">
                  <c:v>-704497</c:v>
                </c:pt>
                <c:pt idx="11">
                  <c:v>-697356</c:v>
                </c:pt>
                <c:pt idx="12">
                  <c:v>-650879</c:v>
                </c:pt>
                <c:pt idx="13">
                  <c:v>-647735</c:v>
                </c:pt>
                <c:pt idx="14">
                  <c:v>-651031</c:v>
                </c:pt>
                <c:pt idx="15">
                  <c:v>-628359</c:v>
                </c:pt>
                <c:pt idx="16">
                  <c:v>-563545</c:v>
                </c:pt>
                <c:pt idx="17">
                  <c:v>-532741</c:v>
                </c:pt>
                <c:pt idx="18">
                  <c:v>-531469</c:v>
                </c:pt>
                <c:pt idx="19">
                  <c:v>-491791</c:v>
                </c:pt>
                <c:pt idx="20">
                  <c:v>-356834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4585"/>
              </a:solidFill>
              <a:prstDash val="solid"/>
              <a:round/>
            </a:ln>
          </c:spPr>
        </c:majorGridlines>
        <c:numFmt formatCode="#,##0,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to Fame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Oasis  ·  a market, not a quiz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wins — incl. the finale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3657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+575k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480560" y="4617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phase, 13 of 14 rounds positive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36576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138160" y="46177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 vs. official matrix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QuantCo Agentic Hackathon · Munich · August 22–23,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theory first, ML second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CADCFC">
              <a:alpha val="4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1790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380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· AES decrypt · parse (41/41 cases exact)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CADCFC">
              <a:alpha val="4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423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context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price anchors · policy digest · precedents of recycled cases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10712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CADCFC">
              <a:alpha val="4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60273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465576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ensemble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GPT, text-only — median t̂ + P(covered)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53128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CADCFC">
              <a:alpha val="4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6451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507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— rules only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policy layer, hot-reloadable per round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495544"/>
            <a:ext cx="5577840" cy="841248"/>
          </a:xfrm>
          <a:prstGeom prst="roundRect">
            <a:avLst>
              <a:gd name="adj" fmla="val 7609"/>
            </a:avLst>
          </a:prstGeom>
          <a:solidFill>
            <a:srgbClr val="CADCFC">
              <a:alpha val="4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6875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687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55040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verify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+ row echo check · event log · fallback path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1325880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F2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93408" y="1417320"/>
            <a:ext cx="47183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Issuer:  a = 0.9 · t̂ — never lowered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charge is paid by all 16 reviewers, even by rejectors (they pay 1.5a). Overcharging is free — worthless items still get charged; careless acceptors pay.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92240" y="3063240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F2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93408" y="3154680"/>
            <a:ext cx="47183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Reviewer:  tiered b, capped at 800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m·t̂ with m = 0.9 / 1.0 / 1.0 by value tier, clamped down to proven fraud ceilings of similar items (anchor evidence).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92240" y="4800600"/>
            <a:ext cx="5120640" cy="1481328"/>
          </a:xfrm>
          <a:prstGeom prst="roundRect">
            <a:avLst>
              <a:gd name="adj" fmla="val 4321"/>
            </a:avLst>
          </a:prstGeom>
          <a:solidFill>
            <a:srgbClr val="F2F6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9AA7C7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93408" y="4892040"/>
            <a:ext cx="471830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gate:  accept only if P &gt; 2/3</a:t>
            </a:r>
            <a:endParaRPr lang="en-US" sz="1450" dirty="0"/>
          </a:p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P(covered) &lt; 1/3 → treat as excluded (b = 0, charge floored up). Below 2/3 → keep the charge, accept nothing: wrong-accept costs a, wrong-reject only 0.5a.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guessed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92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37160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cells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score matrix reconstructed at 0.0000 error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406640" y="218541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250k+ → 1,161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transactions of all 17 teams distilled into proven price intervals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06640" y="299923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/ −14%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reviewer-cost effect of price anchors (leave-one-game-out)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06640" y="381304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−72% penalties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A/B on a recycled twin case after raising the acceptance cap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06640" y="462686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changes, 1 hour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policy updates shipped live between rounds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06640" y="544068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“bolder, not better”   </a:t>
            </a:r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and stronger models both rejected — measured twice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comeback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138160" y="1371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+600k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138160" y="21214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from the low after the overwrite incident (−957k → −357k)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38160" y="2971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13 → 9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138160" y="37216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17 teams, final standing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38160" y="45720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+134,957 €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8138160" y="53218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the finale — our biggest single result, in the last game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is not public alpha — the edge was processing the field’s own traces, with discipline.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2026-08-23T10:08:44Z</dcterms:created>
  <dcterms:modified xsi:type="dcterms:W3CDTF">2026-08-23T10:08:44Z</dcterms:modified>
</cp:coreProperties>
</file>